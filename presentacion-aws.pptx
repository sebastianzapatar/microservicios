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0"/>
            <a:ext cx="12188952" cy="73152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☁️  Deploying Microservices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9100"/>
                </a:solidFill>
              </a:rPr>
              <a:t>to Amazon Web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Infrastructure as Code  •  ECS Fargate  •  Terraform  •  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Spring Boot 4  •  Java 21  •  PostgreSQL  •  Kafka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FF"/>
                </a:solidFill>
              </a:rPr>
              <a:t>5 Microservices  |  ECS Fargate  |  GitHub Actions CI/CD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217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B0BEC5"/>
                </a:solidFill>
              </a:rPr>
              <a:t>Sebastian Zapata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🏗️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</a:rPr>
              <a:t>How the microservices connect in AWS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1691640" cy="8686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87452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🌐 Internet / 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828800"/>
            <a:ext cx="1691640" cy="86868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187452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⚖️  ALB
(Port 80)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828800"/>
            <a:ext cx="1691640" cy="868680"/>
          </a:xfrm>
          <a:prstGeom prst="rect">
            <a:avLst/>
          </a:prstGeom>
          <a:solidFill>
            <a:srgbClr val="6C3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40" y="187452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🚪 API Gateway
:8089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097280"/>
            <a:ext cx="1691640" cy="8686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114300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🔍 Eureka
:8761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2468880"/>
            <a:ext cx="1691640" cy="8686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251460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⚙️  Config Server
:8888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097280"/>
            <a:ext cx="1691640" cy="868680"/>
          </a:xfrm>
          <a:prstGeom prst="rect">
            <a:avLst/>
          </a:prstGeom>
          <a:solidFill>
            <a:srgbClr val="17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114300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📦 Product
:8084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468880"/>
            <a:ext cx="1691640" cy="868680"/>
          </a:xfrm>
          <a:prstGeom prst="rect">
            <a:avLst/>
          </a:prstGeom>
          <a:solidFill>
            <a:srgbClr val="17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251460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📋 Order
:8083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1097280"/>
            <a:ext cx="1691640" cy="868680"/>
          </a:xfrm>
          <a:prstGeom prst="rect">
            <a:avLst/>
          </a:prstGeom>
          <a:solidFill>
            <a:srgbClr val="33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114300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🐘 RDS
PostgreSQL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2468880"/>
            <a:ext cx="1691640" cy="868680"/>
          </a:xfrm>
          <a:prstGeom prst="rect">
            <a:avLst/>
          </a:prstGeom>
          <a:solidFill>
            <a:srgbClr val="B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251460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📨 Kafka
(ECS)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114800"/>
            <a:ext cx="1143000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0C8FF"/>
                </a:solidFill>
              </a:rPr>
              <a:t>☁️  AWS Cloud Map — Internal DNS: microservices.local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216712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100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216712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100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14173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100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27889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100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14173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100"/>
                </a:solidFill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7889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100"/>
                </a:solidFill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173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100"/>
                </a:solidFill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7889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100"/>
                </a:solidFill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709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5"/>
                </a:solidFill>
              </a:rPr>
              <a:t>* All microservices communicate via Cloud Map DNS (no hardcoded IPs)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☁️  AWS Services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</a:rPr>
              <a:t>10 managed services — all provisioned by Terraform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5577840" cy="640080"/>
          </a:xfrm>
          <a:prstGeom prst="rect">
            <a:avLst/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7101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100"/>
                </a:solidFill>
              </a:rPr>
              <a:t>🐳  Amazon ECR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5453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Container registry — stores Docker images for 5 microservices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234440"/>
            <a:ext cx="5577840" cy="640080"/>
          </a:xfrm>
          <a:prstGeom prst="rect">
            <a:avLst/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27101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100"/>
                </a:solidFill>
              </a:rPr>
              <a:t>🚀  Amazon ECS Fargate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15453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Runs all containers serverlessly — no EC2 to manage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965960"/>
            <a:ext cx="5577840" cy="640080"/>
          </a:xfrm>
          <a:prstGeom prst="rect">
            <a:avLst/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00253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100"/>
                </a:solidFill>
              </a:rPr>
              <a:t>🗄️  Amazon 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27685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Managed PostgreSQL 15 — products &amp; orders databases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965960"/>
            <a:ext cx="5577840" cy="640080"/>
          </a:xfrm>
          <a:prstGeom prst="rect">
            <a:avLst/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200253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100"/>
                </a:solidFill>
              </a:rPr>
              <a:t>📨  Apache Kafka (ECS)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27685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Message broker running as Fargate container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697480"/>
            <a:ext cx="5577840" cy="640080"/>
          </a:xfrm>
          <a:prstGeom prst="rect">
            <a:avLst/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73405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100"/>
                </a:solidFill>
              </a:rPr>
              <a:t>⚖️  Application Load Balancer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30083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Public entry point — routes traffic to API Gateway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697480"/>
            <a:ext cx="5577840" cy="640080"/>
          </a:xfrm>
          <a:prstGeom prst="rect">
            <a:avLst/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273405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100"/>
                </a:solidFill>
              </a:rPr>
              <a:t>🌐  Amazon VPC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30083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Private network with public &amp; private subnets across 2 AZs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429000"/>
            <a:ext cx="5577840" cy="640080"/>
          </a:xfrm>
          <a:prstGeom prst="rect">
            <a:avLst/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346557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100"/>
                </a:solidFill>
              </a:rPr>
              <a:t>🔐  AWS SSM Parameter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373989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Stores secrets: DB password, URLs, Kafka addresses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429000"/>
            <a:ext cx="5577840" cy="640080"/>
          </a:xfrm>
          <a:prstGeom prst="rect">
            <a:avLst/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1928" y="346557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100"/>
                </a:solidFill>
              </a:rPr>
              <a:t>👤  AWS IAM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73989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Roles for ECS tasks + least-privilege user for GitHub Actions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160520"/>
            <a:ext cx="5577840" cy="640080"/>
          </a:xfrm>
          <a:prstGeom prst="rect">
            <a:avLst/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419709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100"/>
                </a:solidFill>
              </a:rPr>
              <a:t>📊  CloudWatch Logs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" y="447141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Log groups for every microservice (7-day retention)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4160520"/>
            <a:ext cx="5577840" cy="640080"/>
          </a:xfrm>
          <a:prstGeom prst="rect">
            <a:avLst/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419709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100"/>
                </a:solidFill>
              </a:rPr>
              <a:t>🗺️  AWS Cloud 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447141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Internal DNS — microservices discover each other by name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892040"/>
            <a:ext cx="5577840" cy="640080"/>
          </a:xfrm>
          <a:prstGeom prst="rect">
            <a:avLst/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" y="492861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100"/>
                </a:solidFill>
              </a:rPr>
              <a:t>🗂️  S3 + DynamoDB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" y="52029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Terraform remote state backend + state locking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📁  Terraform Files to Create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</a:rPr>
              <a:t>All files live inside the /terraform directory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623560" cy="603504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2529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📄 providers.tf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4813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AWS provider config + S3 remote backend declaration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623560" cy="603504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22529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📄 variables.tf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4813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All input variables (region, DB, ECS sizing, etc.)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92808"/>
            <a:ext cx="5623560" cy="603504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92938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📄 terraform.tfvars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18541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Your actual values — NEVER commit this file to Git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892808"/>
            <a:ext cx="5623560" cy="603504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2938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📄 terraform.tfvars.example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18541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Safe template committed to Git as reference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596896"/>
            <a:ext cx="5623560" cy="603504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63347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📄 vpc.tf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288950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VPC, subnets (2 public + 2 private), IGW, NAT, routes, SGs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596896"/>
            <a:ext cx="5623560" cy="603504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263347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📄 ecr.tf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288950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5 ECR repos (one per service) with lifecycle policies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300984"/>
            <a:ext cx="5623560" cy="603504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33756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📄 rds.tf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359359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PostgreSQL 15 RDS instance in private subnet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300984"/>
            <a:ext cx="5623560" cy="603504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6208" y="333756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📄 iam.tf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359359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ECS execution role, task role + GitHub Actions IAM user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005072"/>
            <a:ext cx="5623560" cy="603504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404164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📄 ssm.tf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42976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SSM Parameter Store: DB URL, password, Kafka, Eureka URLs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4005072"/>
            <a:ext cx="5623560" cy="603504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404164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📄 alb.tf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42976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Application Load Balancer + Target Group + Listener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709160"/>
            <a:ext cx="5623560" cy="603504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474573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📄 ecs.tf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5001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ECS Cluster + 7 Task Defs + Services + Cloud Map discovery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4709160"/>
            <a:ext cx="5623560" cy="603504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6208" y="474573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📄 outputs.tf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5001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ALB DNS, ECR URLs, RDS endpoint, GitHub Actions keys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🔧  Variables in terraform.tfvars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</a:rPr>
              <a:t>Set these before running terraform apply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4114800" cy="347472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1188720"/>
            <a:ext cx="5029200" cy="347472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09760" y="1188720"/>
            <a:ext cx="2286000" cy="347472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0700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100"/>
                </a:solidFill>
              </a:rPr>
              <a:t>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2070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100"/>
                </a:solidFill>
              </a:rPr>
              <a:t>Example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2070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100"/>
                </a:solidFill>
              </a:rPr>
              <a:t>Sensitive?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72768"/>
            <a:ext cx="11521440" cy="32004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6093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F"/>
                </a:solidFill>
              </a:rPr>
              <a:t>aws_region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60934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us-east-1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60934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76"/>
                </a:solidFill>
              </a:rPr>
              <a:t>✅ 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911096"/>
            <a:ext cx="11521440" cy="320040"/>
          </a:xfrm>
          <a:prstGeom prst="rect">
            <a:avLst/>
          </a:prstGeom>
          <a:solidFill>
            <a:srgbClr val="13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194767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F"/>
                </a:solidFill>
              </a:rPr>
              <a:t>project_name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94767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microservices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94767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76"/>
                </a:solidFill>
              </a:rPr>
              <a:t>✅ 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249424"/>
            <a:ext cx="11521440" cy="32004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28600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F"/>
                </a:solidFill>
              </a:rPr>
              <a:t>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22860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2860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76"/>
                </a:solidFill>
              </a:rPr>
              <a:t>✅ 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587752"/>
            <a:ext cx="11521440" cy="320040"/>
          </a:xfrm>
          <a:prstGeom prst="rect">
            <a:avLst/>
          </a:prstGeom>
          <a:solidFill>
            <a:srgbClr val="13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262432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F"/>
                </a:solidFill>
              </a:rPr>
              <a:t>vpc_cidr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262432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10.0.0.0/16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6243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76"/>
                </a:solidFill>
              </a:rPr>
              <a:t>✅ 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926080"/>
            <a:ext cx="11521440" cy="32004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296265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F"/>
                </a:solidFill>
              </a:rPr>
              <a:t>availability_zones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296265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["us-east-1a","us-east-1b"]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9626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76"/>
                </a:solidFill>
              </a:rPr>
              <a:t>✅ 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264408"/>
            <a:ext cx="11521440" cy="320040"/>
          </a:xfrm>
          <a:prstGeom prst="rect">
            <a:avLst/>
          </a:prstGeom>
          <a:solidFill>
            <a:srgbClr val="13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330098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F"/>
                </a:solidFill>
              </a:rPr>
              <a:t>db_instance_class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4568" y="33009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db.t3.micro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30098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76"/>
                </a:solidFill>
              </a:rPr>
              <a:t>✅ 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602736"/>
            <a:ext cx="11521440" cy="32004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63931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F"/>
                </a:solidFill>
              </a:rPr>
              <a:t>db_username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4568" y="36393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postgres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363931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76"/>
                </a:solidFill>
              </a:rPr>
              <a:t>✅ 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941064"/>
            <a:ext cx="11521440" cy="320040"/>
          </a:xfrm>
          <a:prstGeom prst="rect">
            <a:avLst/>
          </a:prstGeom>
          <a:solidFill>
            <a:srgbClr val="13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39776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F"/>
                </a:solidFill>
              </a:rPr>
              <a:t>db_password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44568" y="39776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YourStr0ngPassword!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39776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D3D"/>
                </a:solidFill>
              </a:rPr>
              <a:t>🔴 YES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279392"/>
            <a:ext cx="11521440" cy="32004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431596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F"/>
                </a:solidFill>
              </a:rPr>
              <a:t>db_allocated_storage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44568" y="43159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43159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76"/>
                </a:solidFill>
              </a:rPr>
              <a:t>✅ 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617720"/>
            <a:ext cx="11521440" cy="320040"/>
          </a:xfrm>
          <a:prstGeom prst="rect">
            <a:avLst/>
          </a:prstGeom>
          <a:solidFill>
            <a:srgbClr val="13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65429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F"/>
                </a:solidFill>
              </a:rPr>
              <a:t>ecs_task_cpu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44568" y="465429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512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465429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76"/>
                </a:solidFill>
              </a:rPr>
              <a:t>✅ 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956048"/>
            <a:ext cx="11521440" cy="32004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9262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F"/>
                </a:solidFill>
              </a:rPr>
              <a:t>ecs_task_memory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44568" y="499262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1024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49926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76"/>
                </a:solidFill>
              </a:rPr>
              <a:t>✅ No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294376"/>
            <a:ext cx="11521440" cy="320040"/>
          </a:xfrm>
          <a:prstGeom prst="rect">
            <a:avLst/>
          </a:prstGeom>
          <a:solidFill>
            <a:srgbClr val="13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33095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F"/>
                </a:solidFill>
              </a:rPr>
              <a:t>services_desired_count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44568" y="533095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53309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76"/>
                </a:solidFill>
              </a:rPr>
              <a:t>✅ 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🔑  GitHub Actions Secrets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</a:rPr>
              <a:t>Settings → Secrets and variables → Actions → New repository secret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457200"/>
          </a:xfrm>
          <a:prstGeom prst="rect">
            <a:avLst/>
          </a:prstGeom>
          <a:solidFill>
            <a:srgbClr val="0A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6"/>
                </a:solidFill>
              </a:rPr>
              <a:t>📍 Navigate to: GitHub Repo → Settings → Secrets and variables → Actions → New repository secret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11612880" cy="91440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100"/>
                </a:solidFill>
              </a:rPr>
              <a:t>🔐  AWS_ACCESS_KEY_ID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28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F"/>
                </a:solidFill>
              </a:rPr>
              <a:t>Value: terraform output -raw github_actions_access_key_id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505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C5"/>
                </a:solidFill>
              </a:rPr>
              <a:t>💡 IAM access key — run after terraform apply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52928"/>
            <a:ext cx="11612880" cy="91440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9864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100"/>
                </a:solidFill>
              </a:rPr>
              <a:t>🔐  AWS_SECRET_ACCESS_KEY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3697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F"/>
                </a:solidFill>
              </a:rPr>
              <a:t>Value: terraform output -raw github_actions_secret_access_key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7472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C5"/>
                </a:solidFill>
              </a:rPr>
              <a:t>💡 IAM secret key — ⚠️  store safely, shown only once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77056"/>
            <a:ext cx="11612880" cy="91440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2277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100"/>
                </a:solidFill>
              </a:rPr>
              <a:t>🔐  AWS_ACCOUNT_ID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611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F"/>
                </a:solidFill>
              </a:rPr>
              <a:t>Value: aws sts get-caller-identity --query Account --output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988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C5"/>
                </a:solidFill>
              </a:rPr>
              <a:t>💡 Your 12-digit AWS account number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901184"/>
            <a:ext cx="11612880" cy="91440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94690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100"/>
                </a:solidFill>
              </a:rPr>
              <a:t>🔐  AWS_REGION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85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F"/>
                </a:solidFill>
              </a:rPr>
              <a:t>Value: us-east-1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2297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C5"/>
                </a:solidFill>
              </a:rPr>
              <a:t>💡 AWS region (must match Terraform)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📂  What to Upload to Git — and What NOT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</a:rPr>
              <a:t>Green = commit  |  Red = NEVER commit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623560" cy="347472"/>
          </a:xfrm>
          <a:prstGeom prst="rect">
            <a:avLst/>
          </a:prstGeom>
          <a:solidFill>
            <a:srgbClr val="003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76"/>
                </a:solidFill>
              </a:rPr>
              <a:t>✅  COMMIT to Git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097280"/>
            <a:ext cx="5715000" cy="347472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11556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D3D"/>
                </a:solidFill>
              </a:rPr>
              <a:t>🚫  NEVER Commit to 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76"/>
                </a:solidFill>
              </a:rPr>
              <a:t>✅  All source code (src/)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4767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76"/>
                </a:solidFill>
              </a:rPr>
              <a:t>✅  All Dockerfiles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8658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76"/>
                </a:solidFill>
              </a:rPr>
              <a:t>✅  terraform/*.tf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82549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76"/>
                </a:solidFill>
              </a:rPr>
              <a:t>✅  terraform/terraform.tfvars.example  (template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2644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76"/>
                </a:solidFill>
              </a:rPr>
              <a:t>✅  .github/workflows/deploy.yml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033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76"/>
                </a:solidFill>
              </a:rPr>
              <a:t>✅  scripts/setup.sh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1422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76"/>
                </a:solidFill>
              </a:rPr>
              <a:t>✅  compose.yml (for local dev)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8114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76"/>
                </a:solidFill>
              </a:rPr>
              <a:t>✅  postgres-init.sql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02005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76"/>
                </a:solidFill>
              </a:rPr>
              <a:t>✅  pom.xml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4589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76"/>
                </a:solidFill>
              </a:rPr>
              <a:t>✅  .gitignore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50876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3D3D"/>
                </a:solidFill>
              </a:rPr>
              <a:t>🚫  terraform/terraform.tfvars  (has your DB password)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94767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3D3D"/>
                </a:solidFill>
              </a:rPr>
              <a:t>🚫  *.tfstate, *.tfstate.backup  (Terraform state — in S3)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38658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3D3D"/>
                </a:solidFill>
              </a:rPr>
              <a:t>🚫  .terraform/  (provider binaries)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825496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3D3D"/>
                </a:solidFill>
              </a:rPr>
              <a:t>🚫  tfplan  (execution plan with secrets)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6440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3D3D"/>
                </a:solidFill>
              </a:rPr>
              <a:t>🚫  target/  (compiled Java artifacts)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70332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3D3D"/>
                </a:solidFill>
              </a:rPr>
              <a:t>🚫  .env  (local environment variables)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14223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3D3D"/>
                </a:solidFill>
              </a:rPr>
              <a:t>🚫  application-secret.yml  (local overrides with secrets)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58114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3D3D"/>
                </a:solidFill>
              </a:rPr>
              <a:t>🚫  AWS credentials (~/.aws/credentials)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020056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3D3D"/>
                </a:solidFill>
              </a:rPr>
              <a:t>🚫  *.jar, *.war  (build artifacts)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545896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3D3D"/>
                </a:solidFill>
              </a:rPr>
              <a:t>🚫  .DS_Store, desktop.ini  (OS files)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1097280"/>
            <a:ext cx="11430000" cy="27432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🚀  Step-by-Step Deployment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</a:rPr>
              <a:t>From zero to production — run these commands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715000" cy="1554480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457200" cy="155448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978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100"/>
                </a:solidFill>
              </a:rPr>
              <a:t>Configure AWS 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2704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aws configure
# Enter: Access Key ID, Secret, Region: us-east-1, Format: json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5715000" cy="1554480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457200" cy="15544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1978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Run Bootstrap Script  (one-time)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52704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chmod +x scripts/setup.sh &amp;&amp; ./scripts/setup.sh
# Creates S3 bucket, DynamoDB table, runs terraform apply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34640"/>
            <a:ext cx="5715000" cy="1554480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834640"/>
            <a:ext cx="457200" cy="155448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3383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8895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76"/>
                </a:solidFill>
              </a:rPr>
              <a:t>Push your code to GitHub main branch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1868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git add .  &amp;&amp;  git commit -m 'feat: initial deploy'
git push origin main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834640"/>
            <a:ext cx="5715000" cy="1554480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2834640"/>
            <a:ext cx="457200" cy="155448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3383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8895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100"/>
                </a:solidFill>
              </a:rPr>
              <a:t>GitHub Actions runs automatically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21868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→ Builds 5 Docker images  →  Pushes to ECR
→ Updates ECS task definitions  →  Deploys services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526280"/>
            <a:ext cx="5715000" cy="1554480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526280"/>
            <a:ext cx="457200" cy="155448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" y="5074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5811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BEC5"/>
                </a:solidFill>
              </a:rPr>
              <a:t>Initialize databases (one-time)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91032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Connect to RDS via bastion or AWS console and run:
CREATE DATABASE products;  CREATE DATABASE orders;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4526280"/>
            <a:ext cx="5715000" cy="1554480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4526280"/>
            <a:ext cx="457200" cy="155448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5074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5811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76"/>
                </a:solidFill>
              </a:rPr>
              <a:t>Verify deployment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91032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terraform output alb_url
curl http://&lt;ALB-DNS&gt;/api/products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🔄  CI/CD Pipeline —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</a:rPr>
              <a:t>Triggered automatically on every push to main branch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45920"/>
            <a:ext cx="1417320" cy="2011680"/>
          </a:xfrm>
          <a:prstGeom prst="rect">
            <a:avLst/>
          </a:prstGeom>
          <a:solidFill>
            <a:srgbClr val="1A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91640"/>
            <a:ext cx="1325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100"/>
                </a:solidFill>
              </a:rPr>
              <a:t>👨‍💻
Developer
pushes to 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4688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9100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20" y="1645920"/>
            <a:ext cx="1417320" cy="2011680"/>
          </a:xfrm>
          <a:prstGeom prst="rect">
            <a:avLst/>
          </a:prstGeom>
          <a:solidFill>
            <a:srgbClr val="2A1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691640"/>
            <a:ext cx="1325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100"/>
                </a:solidFill>
              </a:rPr>
              <a:t>🏗️
GitHub Actions
Triggered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4688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910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645920"/>
            <a:ext cx="1417320" cy="2011680"/>
          </a:xfrm>
          <a:prstGeom prst="rect">
            <a:avLst/>
          </a:prstGeom>
          <a:solidFill>
            <a:srgbClr val="1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691640"/>
            <a:ext cx="1325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100"/>
                </a:solidFill>
              </a:rPr>
              <a:t>🐳
Build 5
Docker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4688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910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60" y="1645920"/>
            <a:ext cx="1417320" cy="201168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691640"/>
            <a:ext cx="1325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100"/>
                </a:solidFill>
              </a:rPr>
              <a:t>📤
Push to
Amazon ECR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4688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9100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645920"/>
            <a:ext cx="1417320" cy="201168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691640"/>
            <a:ext cx="1325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100"/>
                </a:solidFill>
              </a:rPr>
              <a:t>📝
Update ECS
Task Defs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4688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910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1645920"/>
            <a:ext cx="1417320" cy="201168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691640"/>
            <a:ext cx="1325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100"/>
                </a:solidFill>
              </a:rPr>
              <a:t>🚀
Deploy to
ECS Fargate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24688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9100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04120" y="1645920"/>
            <a:ext cx="1417320" cy="2011680"/>
          </a:xfrm>
          <a:prstGeom prst="rect">
            <a:avLst/>
          </a:prstGeom>
          <a:solidFill>
            <a:srgbClr val="00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1691640"/>
            <a:ext cx="1325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100"/>
                </a:solidFill>
              </a:rPr>
              <a:t>✅
Services
Live!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977639"/>
            <a:ext cx="2286000" cy="384048"/>
          </a:xfrm>
          <a:prstGeom prst="rect">
            <a:avLst/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014215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matrix.include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041647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Builds all 5 services in parallel using GitHub Actions matrix strategy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480559"/>
            <a:ext cx="2286000" cy="384048"/>
          </a:xfrm>
          <a:prstGeom prst="rect">
            <a:avLst/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517135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Cache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544567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Docker layer caching with GitHub Actions cache — faster builds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983479"/>
            <a:ext cx="2286000" cy="384048"/>
          </a:xfrm>
          <a:prstGeom prst="rect">
            <a:avLst/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020055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Deployment Order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5047487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eureka → serversc → product-service + order-service → apigetaway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486399"/>
            <a:ext cx="2286000" cy="384048"/>
          </a:xfrm>
          <a:prstGeom prst="rect">
            <a:avLst/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522975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Wait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5550407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aws ecs wait services-stable ensures each stage is healthy before next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💰  Estimated Cost &amp; Useful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</a:rPr>
              <a:t>dev environment — us-east-1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100"/>
                </a:solidFill>
              </a:rPr>
              <a:t>💵 Monthly Cost Estimate (dev)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5577840" cy="347472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54533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ECS Fargate (7 tasks × ~0.5 CPU)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54533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B0BEC5"/>
                </a:solidFill>
              </a:rPr>
              <a:t>~$35 / 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92808"/>
            <a:ext cx="5577840" cy="347472"/>
          </a:xfrm>
          <a:prstGeom prst="rect">
            <a:avLst/>
          </a:prstGeom>
          <a:solidFill>
            <a:srgbClr val="1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92938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RDS db.t3.micro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293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B0BEC5"/>
                </a:solidFill>
              </a:rPr>
              <a:t>~$13 / month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76856"/>
            <a:ext cx="5577840" cy="347472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31343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Application Load Balancer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134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B0BEC5"/>
                </a:solidFill>
              </a:rPr>
              <a:t>~$16 / month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60904"/>
            <a:ext cx="5577840" cy="347472"/>
          </a:xfrm>
          <a:prstGeom prst="rect">
            <a:avLst/>
          </a:prstGeom>
          <a:solidFill>
            <a:srgbClr val="1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697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NAT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69748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B0BEC5"/>
                </a:solidFill>
              </a:rPr>
              <a:t>~$32 / month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44952"/>
            <a:ext cx="5577840" cy="347472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08152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ECR (5 repos, ~500MB)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0815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B0BEC5"/>
                </a:solidFill>
              </a:rPr>
              <a:t>~$0.50 / month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429000"/>
            <a:ext cx="5577840" cy="347472"/>
          </a:xfrm>
          <a:prstGeom prst="rect">
            <a:avLst/>
          </a:prstGeom>
          <a:solidFill>
            <a:srgbClr val="1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46557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CloudWatch 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46557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B0BEC5"/>
                </a:solidFill>
              </a:rPr>
              <a:t>~$1 / month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13048"/>
            <a:ext cx="5577840" cy="347472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384962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SSM Parameter 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84962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B0BEC5"/>
                </a:solidFill>
              </a:rPr>
              <a:t>Free (standard params)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197096"/>
            <a:ext cx="5577840" cy="347472"/>
          </a:xfrm>
          <a:prstGeom prst="rect">
            <a:avLst/>
          </a:prstGeom>
          <a:solidFill>
            <a:srgbClr val="1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423367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S3 + DynamoDB (state)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23367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B0BEC5"/>
                </a:solidFill>
              </a:rPr>
              <a:t>&lt; $0.10 / month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581144"/>
            <a:ext cx="5577840" cy="347472"/>
          </a:xfrm>
          <a:prstGeom prst="rect">
            <a:avLst/>
          </a:prstGeom>
          <a:solidFill>
            <a:srgbClr val="1A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46177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76"/>
                </a:solidFill>
              </a:rPr>
              <a:t>🔢  TOTAL (estimated)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6177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9100"/>
                </a:solidFill>
              </a:rPr>
              <a:t>~$98 / month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11430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100"/>
                </a:solidFill>
              </a:rPr>
              <a:t>🛠️ Useful Commands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1508760"/>
            <a:ext cx="5715000" cy="45720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8" y="15179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See all outputs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17099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terraform output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2039112"/>
            <a:ext cx="5715000" cy="45720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20482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Destroy infrastructure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22402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terraform destroy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2569464"/>
            <a:ext cx="5715000" cy="45720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36208" y="25786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View ECS services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277063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aws ecs list-services --cluster microservices-cluster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3099816"/>
            <a:ext cx="5715000" cy="45720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6208" y="3108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View service logs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330098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aws logs tail /ecs/microservices/product-service --follow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3630168"/>
            <a:ext cx="5715000" cy="45720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36208" y="36393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ECS exec (debug)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383133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aws ecs execute-command --cluster ... --command /bin/sh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4160520"/>
            <a:ext cx="5715000" cy="45720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208" y="41696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Force redeploy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436168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aws ecs update-service --force-new-deployment ...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4690872"/>
            <a:ext cx="5715000" cy="45720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36208" y="470001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Check ALB DNS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36208" y="48920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terraform output alb_url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